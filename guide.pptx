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有志が作った非公式のツールです。会社のものではありません。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772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FFFFFF"/>
                </a:solidFill>
                <a:latin typeface="Cambria"/>
              </a:rPr>
              <a:t>点呼ノート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CADCFC"/>
                </a:solidFill>
                <a:latin typeface="Calibri"/>
              </a:rPr>
              <a:t>タクシー乗務員のための、スマホの手帳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点呼時間のルールチェックと売上の記録が、スマホひとつでできます。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無料・アプリストアからのインストールは不要です。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737360"/>
            <a:ext cx="23317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48" y="1938528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38404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5201E"/>
                </a:solidFill>
                <a:latin typeface="Calibri"/>
              </a:rPr>
              <a:t>ここを読み取ってください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251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D6A80"/>
                </a:solidFill>
                <a:latin typeface="Calibri"/>
              </a:rPr>
              <a:t>kmt176.github.io/tenko-note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点呼ノート 使い方ガイド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6A80"/>
                </a:solidFill>
                <a:latin typeface="Calibri"/>
              </a:rPr>
              <a:t>できること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5201E"/>
                </a:solidFill>
                <a:latin typeface="Cambria"/>
              </a:rPr>
              <a:t>点呼ノートでできること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E3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240279"/>
            <a:ext cx="640080" cy="64008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240279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5201E"/>
                </a:solidFill>
                <a:latin typeface="Cambria"/>
              </a:rPr>
              <a:t>点呼時間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74320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866"/>
                </a:solidFill>
                <a:latin typeface="Calibri"/>
              </a:rPr>
              <a:t>拘束時間のルールを自動でチェックします。守れる時刻を色で知らせます。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96596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E3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240279"/>
            <a:ext cx="640080" cy="64008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40279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5201E"/>
                </a:solidFill>
                <a:latin typeface="Cambria"/>
              </a:rPr>
              <a:t>売上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74320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866"/>
                </a:solidFill>
                <a:latin typeface="Calibri"/>
              </a:rPr>
              <a:t>「会社を出た時間」「乗車」「降車」ボタンを押すだけで、時刻・場所・金額を記録します。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E3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434840"/>
            <a:ext cx="640080" cy="64008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43484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5201E"/>
                </a:solidFill>
                <a:latin typeface="Cambria"/>
              </a:rPr>
              <a:t>休憩場・専用乗り場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37759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866"/>
                </a:solidFill>
                <a:latin typeface="Calibri"/>
              </a:rPr>
              <a:t>みんなで書き込む休憩場の地図と、森ビルの専用乗り場の空き状況。合言葉なしで使えます。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16052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E3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4434840"/>
            <a:ext cx="640080" cy="64008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43484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5201E"/>
                </a:solidFill>
                <a:latin typeface="Cambria"/>
              </a:rPr>
              <a:t>ロング判定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937759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866"/>
                </a:solidFill>
                <a:latin typeface="Calibri"/>
              </a:rPr>
              <a:t>渋滞予測込みで、朝のロングを受けてよいか判定します（仲間だけ）。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点呼ノート 使い方ガイド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6A80"/>
                </a:solidFill>
                <a:latin typeface="Calibri"/>
              </a:rPr>
              <a:t>はじめ方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5201E"/>
                </a:solidFill>
                <a:latin typeface="Cambria"/>
              </a:rPr>
              <a:t>最初にすること（3つだけ）</a:t>
            </a:r>
          </a:p>
        </p:txBody>
      </p:sp>
      <p:sp>
        <p:nvSpPr>
          <p:cNvPr id="5" name="Oval 4"/>
          <p:cNvSpPr/>
          <p:nvPr/>
        </p:nvSpPr>
        <p:spPr>
          <a:xfrm>
            <a:off x="845820" y="1988820"/>
            <a:ext cx="777240" cy="77724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9842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5201E"/>
                </a:solidFill>
                <a:latin typeface="Cambria"/>
              </a:rPr>
              <a:t>QRコードを読み取って開く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44144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スマホのカメラを向けて、出てきた表示をタップします。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845820" y="3360420"/>
            <a:ext cx="777240" cy="77724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3558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5201E"/>
                </a:solidFill>
                <a:latin typeface="Cambria"/>
              </a:rPr>
              <a:t>ホーム画面に追加する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81304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iPhone：共有ボタン→「ホーム画面に追加」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Android：右上の︙→「ホーム画面に追加」</a:t>
            </a:r>
          </a:p>
        </p:txBody>
      </p:sp>
      <p:sp>
        <p:nvSpPr>
          <p:cNvPr id="11" name="Oval 10"/>
          <p:cNvSpPr/>
          <p:nvPr/>
        </p:nvSpPr>
        <p:spPr>
          <a:xfrm>
            <a:off x="845820" y="4732020"/>
            <a:ext cx="777240" cy="77724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7274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5201E"/>
                </a:solidFill>
                <a:latin typeface="Cambria"/>
              </a:rPr>
              <a:t>必ずアイコンから開く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18464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これ以降は、ホーム画面に増えたアイコンから開いてください。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59368" y="1161288"/>
            <a:ext cx="2505543" cy="5358384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CBD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pp_hom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188720"/>
            <a:ext cx="2450679" cy="5303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点呼ノート 使い方ガイド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6A80"/>
                </a:solidFill>
                <a:latin typeface="Calibri"/>
              </a:rPr>
              <a:t>点呼時間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5201E"/>
                </a:solidFill>
                <a:latin typeface="Cambria"/>
              </a:rPr>
              <a:t>点呼時間の使い方</a:t>
            </a:r>
          </a:p>
        </p:txBody>
      </p:sp>
      <p:sp>
        <p:nvSpPr>
          <p:cNvPr id="5" name="Oval 4"/>
          <p:cNvSpPr/>
          <p:nvPr/>
        </p:nvSpPr>
        <p:spPr>
          <a:xfrm>
            <a:off x="891540" y="1943100"/>
            <a:ext cx="685800" cy="68580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201E"/>
                </a:solidFill>
                <a:latin typeface="Cambria"/>
              </a:rPr>
              <a:t>出社日と予定の時刻を入れる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59152"/>
            <a:ext cx="5303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「＋ 勤務を追加」を押して、出社日と、業務前・業務後点呼の予定の時刻を入れます。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891540" y="3177540"/>
            <a:ext cx="685800" cy="68580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546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201E"/>
                </a:solidFill>
                <a:latin typeface="Cambria"/>
              </a:rPr>
              <a:t>1か月分まとめて入れておく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93592"/>
            <a:ext cx="5303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あとで直せるので、だいたいの予定でまとめて入れておくと便利です。</a:t>
            </a:r>
          </a:p>
        </p:txBody>
      </p:sp>
      <p:sp>
        <p:nvSpPr>
          <p:cNvPr id="11" name="Oval 10"/>
          <p:cNvSpPr/>
          <p:nvPr/>
        </p:nvSpPr>
        <p:spPr>
          <a:xfrm>
            <a:off x="891540" y="4411980"/>
            <a:ext cx="685800" cy="68580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3891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201E"/>
                </a:solidFill>
                <a:latin typeface="Cambria"/>
              </a:rPr>
              <a:t>当日は実績を入れる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28032"/>
            <a:ext cx="5303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勤務カードを押して、実際の点呼時刻（実績）を入れます。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532120"/>
            <a:ext cx="6949440" cy="777240"/>
          </a:xfrm>
          <a:prstGeom prst="roundRect">
            <a:avLst>
              <a:gd name="adj" fmla="val 6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6692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A6212"/>
                </a:solidFill>
                <a:latin typeface="Calibri"/>
              </a:rPr>
              <a:t>期限を過ぎそうなところは、色で知らせます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A6212"/>
                </a:solidFill>
                <a:latin typeface="Calibri"/>
              </a:rPr>
              <a:t>（緑＝大丈夫・黄＝注意・赤＝違反）。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8" y="1252728"/>
            <a:ext cx="3660213" cy="4261104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CBD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p_tenko_cr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80160"/>
            <a:ext cx="3605349" cy="4206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点呼ノート 使い方ガイド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6A80"/>
                </a:solidFill>
                <a:latin typeface="Calibri"/>
              </a:rPr>
              <a:t>売上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5201E"/>
                </a:solidFill>
                <a:latin typeface="Cambria"/>
              </a:rPr>
              <a:t>乗車・降車ボタンで記録する</a:t>
            </a:r>
          </a:p>
        </p:txBody>
      </p:sp>
      <p:sp>
        <p:nvSpPr>
          <p:cNvPr id="5" name="Oval 4"/>
          <p:cNvSpPr/>
          <p:nvPr/>
        </p:nvSpPr>
        <p:spPr>
          <a:xfrm>
            <a:off x="891540" y="1943100"/>
            <a:ext cx="685800" cy="68580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201E"/>
                </a:solidFill>
                <a:latin typeface="Cambria"/>
              </a:rPr>
              <a:t>まず「会社を出た時間」を押す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59152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会社を出るときに押すと出庫を記録し、ボタンが「乗車」に変わります。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891540" y="3177540"/>
            <a:ext cx="685800" cy="68580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546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201E"/>
                </a:solidFill>
                <a:latin typeface="Cambria"/>
              </a:rPr>
              <a:t>乗ったら「乗車」、降りたら「降車」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93592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押した時刻・場所・天気を自動で記録します。</a:t>
            </a:r>
          </a:p>
        </p:txBody>
      </p:sp>
      <p:sp>
        <p:nvSpPr>
          <p:cNvPr id="11" name="Oval 10"/>
          <p:cNvSpPr/>
          <p:nvPr/>
        </p:nvSpPr>
        <p:spPr>
          <a:xfrm>
            <a:off x="891540" y="4411980"/>
            <a:ext cx="685800" cy="68580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3891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201E"/>
                </a:solidFill>
                <a:latin typeface="Cambria"/>
              </a:rPr>
              <a:t>金額と決済を入れて保存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28032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画面が開くので、金額（現収＋未収）と決済の方法を入れます。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532120"/>
            <a:ext cx="6675120" cy="777240"/>
          </a:xfrm>
          <a:prstGeom prst="roundRect">
            <a:avLst>
              <a:gd name="adj" fmla="val 6000"/>
            </a:avLst>
          </a:prstGeom>
          <a:solidFill>
            <a:srgbClr val="E3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66928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4555"/>
                </a:solidFill>
                <a:latin typeface="Calibri"/>
              </a:rPr>
              <a:t>その場で押せないときは、ボタンの右の「押し忘れ」にチェックを付けて押せます。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8" y="658368"/>
            <a:ext cx="3133563" cy="5541264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CBD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p_sales_cr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685800"/>
            <a:ext cx="3078699" cy="5486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点呼ノート 使い方ガイド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6A80"/>
                </a:solidFill>
                <a:latin typeface="Calibri"/>
              </a:rPr>
              <a:t>日報から取り込む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5201E"/>
                </a:solidFill>
                <a:latin typeface="Cambria"/>
              </a:rPr>
              <a:t>AIを使って、まとめて入力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98755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240280"/>
            <a:ext cx="548640" cy="54864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258568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5201E"/>
                </a:solidFill>
                <a:latin typeface="Calibri"/>
              </a:rPr>
              <a:t>「日報から取り込む」→「AIへの頼み方をコピー」を押す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98755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3246120"/>
            <a:ext cx="548640" cy="54864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264408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5201E"/>
                </a:solidFill>
                <a:latin typeface="Calibri"/>
              </a:rPr>
              <a:t>自分のAI（Claude・Gemini・ChatGPTなど）に、日報の写真とコピーした文を送る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98755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" y="4251960"/>
            <a:ext cx="548640" cy="54864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270248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5201E"/>
                </a:solidFill>
                <a:latin typeface="Calibri"/>
              </a:rPr>
              <a:t>AIが書き出した文を貼り付けて「確かめる」→ メーター照合がOKなら「取り込む」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49240"/>
            <a:ext cx="9875520" cy="914400"/>
          </a:xfrm>
          <a:prstGeom prst="roundRect">
            <a:avLst>
              <a:gd name="adj" fmla="val 6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486400"/>
            <a:ext cx="9326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9A6212"/>
                </a:solidFill>
                <a:latin typeface="Calibri"/>
              </a:rPr>
              <a:t>はじめての方は取り込み画面の「はじめての方へ」へ。AIの「AIモデルの改善にご協力ください」は必ずオフに。読み間違いもあるので、メーター照合がNGなら日報と見比べて直してください。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点呼ノート 使い方ガイド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6A80"/>
                </a:solidFill>
                <a:latin typeface="Calibri"/>
              </a:rPr>
              <a:t>メニュー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5201E"/>
                </a:solidFill>
                <a:latin typeface="Cambria"/>
              </a:rPr>
              <a:t>休憩場・専用乗り場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A6866"/>
                </a:solidFill>
                <a:latin typeface="Calibri"/>
              </a:rPr>
              <a:t>合言葉なしで、誰でもすぐに使えます。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201E"/>
                </a:solidFill>
                <a:latin typeface="Cambria"/>
              </a:rPr>
              <a:t>休憩場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788920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みんなで書き込む休憩場所の地図。一番近い休憩場へ道案内できます。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520440"/>
            <a:ext cx="640080" cy="64008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20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201E"/>
                </a:solidFill>
                <a:latin typeface="Cambria"/>
              </a:rPr>
              <a:t>専用乗り場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31920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森ビルの専用乗り場の空車状況。近くで台数が足りないと帯で知らせます。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663440"/>
            <a:ext cx="640080" cy="640080"/>
          </a:xfrm>
          <a:prstGeom prst="ellipse">
            <a:avLst/>
          </a:prstGeom>
          <a:solidFill>
            <a:srgbClr val="1D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63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201E"/>
                </a:solidFill>
                <a:latin typeface="Cambria"/>
              </a:rPr>
              <a:t>時間帯ごとの傾向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5074920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A6866"/>
                </a:solidFill>
                <a:latin typeface="Calibri"/>
              </a:rPr>
              <a:t>時間帯ごとの台数・不足しやすさ・待ち人数をグラフで見られます。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2168" y="1527048"/>
            <a:ext cx="3621024" cy="3712464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CBD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_menu_cr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566160" cy="3657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点呼ノート 使い方ガイド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ADCFC"/>
                </a:solidFill>
                <a:latin typeface="Calibri"/>
              </a:rPr>
              <a:t>大切なこと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これだけは覚えておいてください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39" y="21945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124555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945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データはスマホの中に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651760"/>
            <a:ext cx="3840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入力した内容は、このスマホに保存されます。合言葉と社員コードを入れなければ、ほかの人からは見えません。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9659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1945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124555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945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バックアップを月1回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651760"/>
            <a:ext cx="3840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機種変更やホーム画面のアイコンの削除でデータが消えます。「バックアップ・機種変更」でコピーを保存してください。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39" y="4251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124555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画面ロックを設定する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709160"/>
            <a:ext cx="3840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スマホの画面ロック（パスコード・指紋・顔認証）で、データが守られます。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0233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4251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124555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2519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操作は必ず停車中に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709160"/>
            <a:ext cx="3840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運転中の操作は絶対にしないでください。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B8C4"/>
                </a:solidFill>
                <a:latin typeface="Calibri"/>
              </a:rPr>
              <a:t>点呼ノート 使い方ガイド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9AB8C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6A80"/>
                </a:solidFill>
                <a:latin typeface="Calibri"/>
              </a:rPr>
              <a:t>困ったときは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5201E"/>
                </a:solidFill>
                <a:latin typeface="Cambria"/>
              </a:rPr>
              <a:t>わからないことは、遠慮なく聞いてください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5A6866"/>
                </a:solidFill>
                <a:latin typeface="Calibri"/>
              </a:rPr>
              <a:t>操作で分からないことがあったり、画面がいつもと違うときは、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5A6866"/>
                </a:solidFill>
                <a:latin typeface="Calibri"/>
              </a:rPr>
              <a:t>いつでも下の連絡先までご連絡ください。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6583680" cy="1463040"/>
          </a:xfrm>
          <a:prstGeom prst="roundRect">
            <a:avLst>
              <a:gd name="adj" fmla="val 6000"/>
            </a:avLst>
          </a:prstGeom>
          <a:solidFill>
            <a:srgbClr val="E3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5201E"/>
                </a:solidFill>
                <a:latin typeface="Cambria"/>
              </a:rPr>
              <a:t>管理者　小松 丈晴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6A80"/>
                </a:solidFill>
                <a:latin typeface="Calibri"/>
              </a:rPr>
              <a:t>kmt176.fr@gmail.com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_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148840"/>
            <a:ext cx="237744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46634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5201E"/>
                </a:solidFill>
                <a:latin typeface="Calibri"/>
              </a:rPr>
              <a:t>読み取るとメールが作れます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点呼ノート 使い方ガイド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8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さっそく使ってみましょう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無料・アプリストアからのインストールは不要です。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1737360"/>
            <a:ext cx="23317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48" y="1938528"/>
            <a:ext cx="18288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52560" y="38404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5201E"/>
                </a:solidFill>
                <a:latin typeface="Calibri"/>
              </a:rPr>
              <a:t>ここを読み取ってください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251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D6A80"/>
                </a:solidFill>
                <a:latin typeface="Calibri"/>
              </a:rPr>
              <a:t>kmt176.github.io/tenko-note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8C4"/>
                </a:solidFill>
                <a:latin typeface="Calibri"/>
              </a:rPr>
              <a:t>有志が作った非公式のツールです。会社のものではありません。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